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83" r:id="rId2"/>
    <p:sldId id="293" r:id="rId3"/>
    <p:sldId id="287" r:id="rId4"/>
    <p:sldId id="289" r:id="rId5"/>
    <p:sldId id="290" r:id="rId6"/>
    <p:sldId id="291" r:id="rId7"/>
    <p:sldId id="292" r:id="rId8"/>
    <p:sldId id="295" r:id="rId9"/>
    <p:sldId id="296" r:id="rId10"/>
    <p:sldId id="298" r:id="rId11"/>
    <p:sldId id="297" r:id="rId12"/>
    <p:sldId id="299" r:id="rId13"/>
    <p:sldId id="300" r:id="rId14"/>
    <p:sldId id="301" r:id="rId15"/>
    <p:sldId id="304" r:id="rId16"/>
    <p:sldId id="303" r:id="rId17"/>
  </p:sldIdLst>
  <p:sldSz cx="9144000" cy="6858000" type="screen4x3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26" autoAdjust="0"/>
    <p:restoredTop sz="94660"/>
  </p:normalViewPr>
  <p:slideViewPr>
    <p:cSldViewPr>
      <p:cViewPr varScale="1">
        <p:scale>
          <a:sx n="150" d="100"/>
          <a:sy n="150" d="100"/>
        </p:scale>
        <p:origin x="2166" y="13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598AB1C-3A3F-4548-B8DD-73FEA00CA18E}" type="datetimeFigureOut">
              <a:rPr lang="de-DE" smtClean="0"/>
              <a:pPr/>
              <a:t>27.10.2025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8EDB020-33A9-47F5-B555-7A7096B837A5}" type="slidenum">
              <a:rPr lang="de-AT" smtClean="0"/>
              <a:pPr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07823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A03D67E2-5E08-4C55-B497-2DEF9DE6A1D7}" type="datetimeFigureOut">
              <a:rPr lang="de-DE" smtClean="0"/>
              <a:pPr/>
              <a:t>27.10.2025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7E28CD4-2517-47F7-B744-24C6D46F5BF2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0208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91EB2-E680-4CE8-B4D8-DF2C4FFCFF01}" type="slidenum">
              <a:rPr lang="de-DE" smtClean="0"/>
              <a:pPr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AT" dirty="0"/>
              <a:t>WSE1</a:t>
            </a:r>
            <a:br>
              <a:rPr lang="de-AT" dirty="0"/>
            </a:br>
            <a:r>
              <a:rPr lang="de-AT" sz="2700" dirty="0"/>
              <a:t>Werkzeuge im Software Engineering</a:t>
            </a:r>
            <a:endParaRPr lang="de-DE" sz="2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AT" dirty="0" err="1"/>
              <a:t>Git</a:t>
            </a:r>
            <a:r>
              <a:rPr lang="de-AT" dirty="0"/>
              <a:t> </a:t>
            </a:r>
            <a:r>
              <a:rPr lang="de-AT" dirty="0" err="1"/>
              <a:t>Merging</a:t>
            </a:r>
            <a:endParaRPr lang="de-AT" dirty="0"/>
          </a:p>
          <a:p>
            <a:endParaRPr lang="de-AT" dirty="0"/>
          </a:p>
          <a:p>
            <a:endParaRPr lang="de-AT" dirty="0"/>
          </a:p>
          <a:p>
            <a:r>
              <a:rPr lang="de-AT" sz="1900" dirty="0"/>
              <a:t>Stefan Wagner, Johannes </a:t>
            </a:r>
            <a:r>
              <a:rPr lang="de-AT" sz="1900" dirty="0" err="1"/>
              <a:t>Karder</a:t>
            </a:r>
            <a:r>
              <a:rPr lang="de-AT" sz="1900" dirty="0"/>
              <a:t>, Philipp Fleck</a:t>
            </a:r>
            <a:endParaRPr lang="de-DE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3-Way Merge</a:t>
            </a:r>
            <a:endParaRPr lang="de-DE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668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Initial Commit Graph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1. Create branch: </a:t>
            </a:r>
            <a:r>
              <a:rPr lang="en-US" sz="3000" dirty="0" err="1"/>
              <a:t>git</a:t>
            </a:r>
            <a:r>
              <a:rPr lang="en-US" sz="3000" dirty="0"/>
              <a:t> branch feature-x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8" name="Pentagon 7"/>
          <p:cNvSpPr/>
          <p:nvPr/>
        </p:nvSpPr>
        <p:spPr>
          <a:xfrm>
            <a:off x="2771800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9" name="Pentagon 8"/>
          <p:cNvSpPr/>
          <p:nvPr/>
        </p:nvSpPr>
        <p:spPr>
          <a:xfrm>
            <a:off x="1259632" y="495412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10" name="Pentagon 9"/>
          <p:cNvSpPr/>
          <p:nvPr/>
        </p:nvSpPr>
        <p:spPr>
          <a:xfrm flipH="1">
            <a:off x="5220072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052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Initial Commit Graph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2. Checkout branch: </a:t>
            </a:r>
            <a:r>
              <a:rPr lang="en-US" sz="3000" dirty="0" err="1"/>
              <a:t>git</a:t>
            </a:r>
            <a:r>
              <a:rPr lang="en-US" sz="3000" dirty="0"/>
              <a:t> checkout feature-x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8" name="Pentagon 7"/>
          <p:cNvSpPr/>
          <p:nvPr/>
        </p:nvSpPr>
        <p:spPr>
          <a:xfrm>
            <a:off x="2771800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9" name="Pentagon 8"/>
          <p:cNvSpPr/>
          <p:nvPr/>
        </p:nvSpPr>
        <p:spPr>
          <a:xfrm>
            <a:off x="1259632" y="495412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10" name="Pentagon 9"/>
          <p:cNvSpPr/>
          <p:nvPr/>
        </p:nvSpPr>
        <p:spPr>
          <a:xfrm flipH="1">
            <a:off x="5220072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11" name="Pentagon 10"/>
          <p:cNvSpPr/>
          <p:nvPr/>
        </p:nvSpPr>
        <p:spPr>
          <a:xfrm flipH="1">
            <a:off x="6732240" y="495412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806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1.11111E-6 L 0.16268 -0.09143 C 0.19688 -0.11204 0.24775 -0.12268 0.30105 -0.12268 C 0.36198 -0.12268 0.41025 -0.11204 0.44462 -0.09143 L 0.60816 -1.11111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99" y="-6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2" idx="3"/>
            <a:endCxn id="6" idx="0"/>
          </p:cNvCxnSpPr>
          <p:nvPr/>
        </p:nvCxnSpPr>
        <p:spPr>
          <a:xfrm flipH="1">
            <a:off x="4572000" y="4522669"/>
            <a:ext cx="444403" cy="3234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Initial Commit Graph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3. Commit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8" name="Pentagon 7"/>
          <p:cNvSpPr/>
          <p:nvPr/>
        </p:nvSpPr>
        <p:spPr>
          <a:xfrm>
            <a:off x="2771800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10" name="Pentagon 9"/>
          <p:cNvSpPr/>
          <p:nvPr/>
        </p:nvSpPr>
        <p:spPr>
          <a:xfrm flipH="1">
            <a:off x="5220072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11" name="Pentagon 10"/>
          <p:cNvSpPr/>
          <p:nvPr/>
        </p:nvSpPr>
        <p:spPr>
          <a:xfrm flipH="1">
            <a:off x="6732240" y="495412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12" name="Oval 11"/>
          <p:cNvSpPr/>
          <p:nvPr/>
        </p:nvSpPr>
        <p:spPr>
          <a:xfrm>
            <a:off x="4932040" y="403096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de-DE" dirty="0"/>
          </a:p>
        </p:txBody>
      </p:sp>
      <p:sp>
        <p:nvSpPr>
          <p:cNvPr id="19" name="Pentagon 18"/>
          <p:cNvSpPr/>
          <p:nvPr/>
        </p:nvSpPr>
        <p:spPr>
          <a:xfrm flipH="1">
            <a:off x="5868144" y="413898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20" name="Pentagon 19"/>
          <p:cNvSpPr/>
          <p:nvPr/>
        </p:nvSpPr>
        <p:spPr>
          <a:xfrm flipH="1">
            <a:off x="7380312" y="413898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468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11111E-6 L 0.07101 -0.1187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594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1.11111E-6 L 0.07066 -0.1187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4" y="-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2" idx="3"/>
            <a:endCxn id="6" idx="0"/>
          </p:cNvCxnSpPr>
          <p:nvPr/>
        </p:nvCxnSpPr>
        <p:spPr>
          <a:xfrm flipH="1">
            <a:off x="4572000" y="4522669"/>
            <a:ext cx="444403" cy="3234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Initial Commit Graph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4. Checkout master: </a:t>
            </a:r>
            <a:r>
              <a:rPr lang="en-US" sz="3000" dirty="0" err="1"/>
              <a:t>git</a:t>
            </a:r>
            <a:r>
              <a:rPr lang="en-US" sz="3000" dirty="0"/>
              <a:t> checkout master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8" name="Pentagon 7"/>
          <p:cNvSpPr/>
          <p:nvPr/>
        </p:nvSpPr>
        <p:spPr>
          <a:xfrm>
            <a:off x="2771800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12" name="Oval 11"/>
          <p:cNvSpPr/>
          <p:nvPr/>
        </p:nvSpPr>
        <p:spPr>
          <a:xfrm>
            <a:off x="4932040" y="403096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de-DE" dirty="0"/>
          </a:p>
        </p:txBody>
      </p:sp>
      <p:sp>
        <p:nvSpPr>
          <p:cNvPr id="19" name="Pentagon 18"/>
          <p:cNvSpPr/>
          <p:nvPr/>
        </p:nvSpPr>
        <p:spPr>
          <a:xfrm flipH="1">
            <a:off x="5868144" y="413898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20" name="Pentagon 19"/>
          <p:cNvSpPr/>
          <p:nvPr/>
        </p:nvSpPr>
        <p:spPr>
          <a:xfrm flipH="1">
            <a:off x="7380312" y="413898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15" name="Pentagon 14"/>
          <p:cNvSpPr/>
          <p:nvPr/>
        </p:nvSpPr>
        <p:spPr>
          <a:xfrm>
            <a:off x="1259632" y="495412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689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34028 3.7037E-7 C -0.49236 3.7037E-7 -0.67934 0.03264 -0.67934 0.05926 L -0.67934 0.11921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76" y="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2" idx="3"/>
            <a:endCxn id="6" idx="0"/>
          </p:cNvCxnSpPr>
          <p:nvPr/>
        </p:nvCxnSpPr>
        <p:spPr>
          <a:xfrm flipH="1">
            <a:off x="4572000" y="4522669"/>
            <a:ext cx="444403" cy="3234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4" idx="4"/>
            <a:endCxn id="6" idx="0"/>
          </p:cNvCxnSpPr>
          <p:nvPr/>
        </p:nvCxnSpPr>
        <p:spPr>
          <a:xfrm>
            <a:off x="4572000" y="3791892"/>
            <a:ext cx="0" cy="10542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Initial Commit Graph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5. Commit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8" name="Pentagon 7"/>
          <p:cNvSpPr/>
          <p:nvPr/>
        </p:nvSpPr>
        <p:spPr>
          <a:xfrm>
            <a:off x="2771800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12" name="Oval 11"/>
          <p:cNvSpPr/>
          <p:nvPr/>
        </p:nvSpPr>
        <p:spPr>
          <a:xfrm>
            <a:off x="4932040" y="403096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de-DE" dirty="0"/>
          </a:p>
        </p:txBody>
      </p:sp>
      <p:sp>
        <p:nvSpPr>
          <p:cNvPr id="19" name="Pentagon 18"/>
          <p:cNvSpPr/>
          <p:nvPr/>
        </p:nvSpPr>
        <p:spPr>
          <a:xfrm flipH="1">
            <a:off x="5868144" y="413898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15" name="Pentagon 14"/>
          <p:cNvSpPr/>
          <p:nvPr/>
        </p:nvSpPr>
        <p:spPr>
          <a:xfrm>
            <a:off x="1259632" y="495412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24" name="Oval 23"/>
          <p:cNvSpPr/>
          <p:nvPr/>
        </p:nvSpPr>
        <p:spPr>
          <a:xfrm>
            <a:off x="4283968" y="321582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de-DE" dirty="0"/>
          </a:p>
        </p:txBody>
      </p:sp>
      <p:sp>
        <p:nvSpPr>
          <p:cNvPr id="29" name="Pentagon 28"/>
          <p:cNvSpPr/>
          <p:nvPr/>
        </p:nvSpPr>
        <p:spPr>
          <a:xfrm>
            <a:off x="2771800" y="3321085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30" name="Pentagon 29"/>
          <p:cNvSpPr/>
          <p:nvPr/>
        </p:nvSpPr>
        <p:spPr>
          <a:xfrm>
            <a:off x="1259632" y="3321085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003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11111E-6 L 4.16667E-6 -0.2381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921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1.11111E-6 L -4.44444E-6 -0.23819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5" grpId="0" animBg="1"/>
      <p:bldP spid="15" grpId="1" animBg="1"/>
      <p:bldP spid="24" grpId="0" animBg="1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2" idx="3"/>
            <a:endCxn id="6" idx="0"/>
          </p:cNvCxnSpPr>
          <p:nvPr/>
        </p:nvCxnSpPr>
        <p:spPr>
          <a:xfrm flipH="1">
            <a:off x="4572000" y="4522669"/>
            <a:ext cx="444403" cy="3234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4" idx="4"/>
            <a:endCxn id="6" idx="0"/>
          </p:cNvCxnSpPr>
          <p:nvPr/>
        </p:nvCxnSpPr>
        <p:spPr>
          <a:xfrm>
            <a:off x="4572000" y="3791892"/>
            <a:ext cx="0" cy="10542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20" idx="4"/>
            <a:endCxn id="24" idx="0"/>
          </p:cNvCxnSpPr>
          <p:nvPr/>
        </p:nvCxnSpPr>
        <p:spPr>
          <a:xfrm>
            <a:off x="4571999" y="2969978"/>
            <a:ext cx="1" cy="2458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0" idx="5"/>
            <a:endCxn id="12" idx="0"/>
          </p:cNvCxnSpPr>
          <p:nvPr/>
        </p:nvCxnSpPr>
        <p:spPr>
          <a:xfrm>
            <a:off x="4775668" y="2885615"/>
            <a:ext cx="444404" cy="11453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Merge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6. Merge branch into master: </a:t>
            </a:r>
            <a:r>
              <a:rPr lang="en-US" sz="3000" dirty="0" err="1"/>
              <a:t>git</a:t>
            </a:r>
            <a:r>
              <a:rPr lang="en-US" sz="3000" dirty="0"/>
              <a:t> merge feature-x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12" name="Oval 11"/>
          <p:cNvSpPr/>
          <p:nvPr/>
        </p:nvSpPr>
        <p:spPr>
          <a:xfrm>
            <a:off x="4932040" y="403096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de-DE" dirty="0"/>
          </a:p>
        </p:txBody>
      </p:sp>
      <p:sp>
        <p:nvSpPr>
          <p:cNvPr id="19" name="Pentagon 18"/>
          <p:cNvSpPr/>
          <p:nvPr/>
        </p:nvSpPr>
        <p:spPr>
          <a:xfrm flipH="1">
            <a:off x="5868144" y="413898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24" name="Oval 23"/>
          <p:cNvSpPr/>
          <p:nvPr/>
        </p:nvSpPr>
        <p:spPr>
          <a:xfrm>
            <a:off x="4283968" y="321582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de-DE" dirty="0"/>
          </a:p>
        </p:txBody>
      </p:sp>
      <p:sp>
        <p:nvSpPr>
          <p:cNvPr id="29" name="Pentagon 28"/>
          <p:cNvSpPr/>
          <p:nvPr/>
        </p:nvSpPr>
        <p:spPr>
          <a:xfrm>
            <a:off x="2771800" y="3321085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30" name="Pentagon 29"/>
          <p:cNvSpPr/>
          <p:nvPr/>
        </p:nvSpPr>
        <p:spPr>
          <a:xfrm>
            <a:off x="1259632" y="3321085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20" name="Oval 19"/>
          <p:cNvSpPr/>
          <p:nvPr/>
        </p:nvSpPr>
        <p:spPr>
          <a:xfrm>
            <a:off x="4283967" y="2393914"/>
            <a:ext cx="576064" cy="57606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de-DE" dirty="0"/>
          </a:p>
        </p:txBody>
      </p:sp>
      <p:sp>
        <p:nvSpPr>
          <p:cNvPr id="33" name="Pentagon 32"/>
          <p:cNvSpPr/>
          <p:nvPr/>
        </p:nvSpPr>
        <p:spPr>
          <a:xfrm>
            <a:off x="2771798" y="2501926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34" name="Pentagon 33"/>
          <p:cNvSpPr/>
          <p:nvPr/>
        </p:nvSpPr>
        <p:spPr>
          <a:xfrm>
            <a:off x="1259632" y="2500898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566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4.16667E-6 -0.1194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7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33333E-6 L 0.00018 -0.1199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30" grpId="0" animBg="1"/>
      <p:bldP spid="30" grpId="1" animBg="1"/>
      <p:bldP spid="20" grpId="0" animBg="1"/>
      <p:bldP spid="33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Fast-Forward (FF) Merge</a:t>
            </a:r>
            <a:endParaRPr lang="de-DE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4060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2" idx="4"/>
            <a:endCxn id="6" idx="0"/>
          </p:cNvCxnSpPr>
          <p:nvPr/>
        </p:nvCxnSpPr>
        <p:spPr>
          <a:xfrm>
            <a:off x="4572000" y="460703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Initial Commit Graph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Commit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8" name="Pentagon 7"/>
          <p:cNvSpPr/>
          <p:nvPr/>
        </p:nvSpPr>
        <p:spPr>
          <a:xfrm>
            <a:off x="2771800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10" name="Pentagon 9"/>
          <p:cNvSpPr/>
          <p:nvPr/>
        </p:nvSpPr>
        <p:spPr>
          <a:xfrm flipH="1">
            <a:off x="5220072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11" name="Pentagon 10"/>
          <p:cNvSpPr/>
          <p:nvPr/>
        </p:nvSpPr>
        <p:spPr>
          <a:xfrm flipH="1">
            <a:off x="6732240" y="495412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12" name="Oval 11"/>
          <p:cNvSpPr/>
          <p:nvPr/>
        </p:nvSpPr>
        <p:spPr>
          <a:xfrm>
            <a:off x="4283968" y="403096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de-DE" dirty="0"/>
          </a:p>
        </p:txBody>
      </p:sp>
      <p:sp>
        <p:nvSpPr>
          <p:cNvPr id="19" name="Pentagon 18"/>
          <p:cNvSpPr/>
          <p:nvPr/>
        </p:nvSpPr>
        <p:spPr>
          <a:xfrm flipH="1">
            <a:off x="5220072" y="413898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20" name="Pentagon 19"/>
          <p:cNvSpPr/>
          <p:nvPr/>
        </p:nvSpPr>
        <p:spPr>
          <a:xfrm flipH="1">
            <a:off x="6732240" y="413898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037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11111E-6 L -4.16667E-6 -0.1187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4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1.11111E-6 L -0.00018 -0.1185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2" idx="4"/>
            <a:endCxn id="6" idx="0"/>
          </p:cNvCxnSpPr>
          <p:nvPr/>
        </p:nvCxnSpPr>
        <p:spPr>
          <a:xfrm>
            <a:off x="4572000" y="460703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Initial Commit Graph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Checkout master: </a:t>
            </a:r>
            <a:r>
              <a:rPr lang="en-US" sz="3000" dirty="0" err="1"/>
              <a:t>git</a:t>
            </a:r>
            <a:r>
              <a:rPr lang="en-US" sz="3000" dirty="0"/>
              <a:t> checkout master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8" name="Pentagon 7"/>
          <p:cNvSpPr/>
          <p:nvPr/>
        </p:nvSpPr>
        <p:spPr>
          <a:xfrm>
            <a:off x="2771800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12" name="Oval 11"/>
          <p:cNvSpPr/>
          <p:nvPr/>
        </p:nvSpPr>
        <p:spPr>
          <a:xfrm>
            <a:off x="4283968" y="403096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de-DE" dirty="0"/>
          </a:p>
        </p:txBody>
      </p:sp>
      <p:sp>
        <p:nvSpPr>
          <p:cNvPr id="19" name="Pentagon 18"/>
          <p:cNvSpPr/>
          <p:nvPr/>
        </p:nvSpPr>
        <p:spPr>
          <a:xfrm flipH="1">
            <a:off x="5220072" y="413898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20" name="Pentagon 19"/>
          <p:cNvSpPr/>
          <p:nvPr/>
        </p:nvSpPr>
        <p:spPr>
          <a:xfrm flipH="1">
            <a:off x="6732240" y="413898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15" name="Pentagon 14"/>
          <p:cNvSpPr/>
          <p:nvPr/>
        </p:nvSpPr>
        <p:spPr>
          <a:xfrm>
            <a:off x="1259632" y="495412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878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7037E-7 L -0.30521 3.7037E-7 C -0.4415 3.7037E-7 -0.60851 0.03264 -0.60851 0.05926 L -0.60851 0.11921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434" y="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2" idx="4"/>
            <a:endCxn id="6" idx="0"/>
          </p:cNvCxnSpPr>
          <p:nvPr/>
        </p:nvCxnSpPr>
        <p:spPr>
          <a:xfrm>
            <a:off x="4572000" y="460703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Fast-Forward Merge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Merge branch into master: </a:t>
            </a:r>
            <a:r>
              <a:rPr lang="en-US" sz="3000" dirty="0" err="1"/>
              <a:t>git</a:t>
            </a:r>
            <a:r>
              <a:rPr lang="en-US" sz="3000" dirty="0"/>
              <a:t> merge feature-x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12" name="Oval 11"/>
          <p:cNvSpPr/>
          <p:nvPr/>
        </p:nvSpPr>
        <p:spPr>
          <a:xfrm>
            <a:off x="4283968" y="403096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de-DE" dirty="0"/>
          </a:p>
        </p:txBody>
      </p:sp>
      <p:sp>
        <p:nvSpPr>
          <p:cNvPr id="19" name="Pentagon 18"/>
          <p:cNvSpPr/>
          <p:nvPr/>
        </p:nvSpPr>
        <p:spPr>
          <a:xfrm flipH="1">
            <a:off x="5220072" y="413898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21" name="Pentagon 20"/>
          <p:cNvSpPr/>
          <p:nvPr/>
        </p:nvSpPr>
        <p:spPr>
          <a:xfrm>
            <a:off x="2771800" y="495412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22" name="Pentagon 21"/>
          <p:cNvSpPr/>
          <p:nvPr/>
        </p:nvSpPr>
        <p:spPr>
          <a:xfrm>
            <a:off x="1259632" y="495412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23" name="Pentagon 22"/>
          <p:cNvSpPr/>
          <p:nvPr/>
        </p:nvSpPr>
        <p:spPr>
          <a:xfrm>
            <a:off x="2771798" y="4134961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24" name="Pentagon 23"/>
          <p:cNvSpPr/>
          <p:nvPr/>
        </p:nvSpPr>
        <p:spPr>
          <a:xfrm>
            <a:off x="1259632" y="4133933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827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11111E-6 L 4.16667E-6 -0.1194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7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1.11111E-6 L 0.00018 -0.1199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Rebase + FF Merge</a:t>
            </a:r>
            <a:endParaRPr lang="de-DE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7404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stCxn id="21" idx="3"/>
          </p:cNvCxnSpPr>
          <p:nvPr/>
        </p:nvCxnSpPr>
        <p:spPr>
          <a:xfrm flipH="1">
            <a:off x="4570939" y="4522669"/>
            <a:ext cx="444403" cy="32343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930979" y="4030968"/>
            <a:ext cx="576064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de-DE" dirty="0"/>
          </a:p>
        </p:txBody>
      </p:sp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2" idx="3"/>
            <a:endCxn id="6" idx="0"/>
          </p:cNvCxnSpPr>
          <p:nvPr/>
        </p:nvCxnSpPr>
        <p:spPr>
          <a:xfrm flipH="1">
            <a:off x="4572000" y="4522669"/>
            <a:ext cx="444403" cy="3234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4" idx="4"/>
            <a:endCxn id="6" idx="0"/>
          </p:cNvCxnSpPr>
          <p:nvPr/>
        </p:nvCxnSpPr>
        <p:spPr>
          <a:xfrm>
            <a:off x="4572000" y="3791892"/>
            <a:ext cx="0" cy="10542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5" idx="3"/>
            <a:endCxn id="24" idx="0"/>
          </p:cNvCxnSpPr>
          <p:nvPr/>
        </p:nvCxnSpPr>
        <p:spPr>
          <a:xfrm flipH="1">
            <a:off x="4572000" y="2892389"/>
            <a:ext cx="444402" cy="3234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932089" y="403096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C’</a:t>
            </a:r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Rebase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1. Rebase branch onto master: </a:t>
            </a:r>
            <a:r>
              <a:rPr lang="en-US" sz="3000" dirty="0" err="1"/>
              <a:t>git</a:t>
            </a:r>
            <a:r>
              <a:rPr lang="en-US" sz="3000" dirty="0"/>
              <a:t> rebase master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12" name="Oval 11"/>
          <p:cNvSpPr/>
          <p:nvPr/>
        </p:nvSpPr>
        <p:spPr>
          <a:xfrm>
            <a:off x="4932040" y="403096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de-DE" dirty="0"/>
          </a:p>
        </p:txBody>
      </p:sp>
      <p:sp>
        <p:nvSpPr>
          <p:cNvPr id="24" name="Oval 23"/>
          <p:cNvSpPr/>
          <p:nvPr/>
        </p:nvSpPr>
        <p:spPr>
          <a:xfrm>
            <a:off x="4283968" y="321582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de-DE" dirty="0"/>
          </a:p>
        </p:txBody>
      </p:sp>
      <p:sp>
        <p:nvSpPr>
          <p:cNvPr id="29" name="Pentagon 28"/>
          <p:cNvSpPr/>
          <p:nvPr/>
        </p:nvSpPr>
        <p:spPr>
          <a:xfrm>
            <a:off x="2771800" y="3321085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25" name="Oval 24"/>
          <p:cNvSpPr/>
          <p:nvPr/>
        </p:nvSpPr>
        <p:spPr>
          <a:xfrm>
            <a:off x="4932039" y="240068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C’</a:t>
            </a:r>
            <a:endParaRPr lang="de-DE" dirty="0"/>
          </a:p>
        </p:txBody>
      </p:sp>
      <p:sp>
        <p:nvSpPr>
          <p:cNvPr id="37" name="Pentagon 36"/>
          <p:cNvSpPr/>
          <p:nvPr/>
        </p:nvSpPr>
        <p:spPr>
          <a:xfrm flipH="1">
            <a:off x="5867132" y="413898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38" name="Pentagon 37"/>
          <p:cNvSpPr/>
          <p:nvPr/>
        </p:nvSpPr>
        <p:spPr>
          <a:xfrm flipH="1">
            <a:off x="7379300" y="413898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39" name="Pentagon 38"/>
          <p:cNvSpPr/>
          <p:nvPr/>
        </p:nvSpPr>
        <p:spPr>
          <a:xfrm flipH="1">
            <a:off x="5865307" y="250870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40" name="Pentagon 39"/>
          <p:cNvSpPr/>
          <p:nvPr/>
        </p:nvSpPr>
        <p:spPr>
          <a:xfrm flipH="1">
            <a:off x="7379300" y="250870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640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7 L -3.33333E-6 -0.2377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89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7 L 0.00018 -0.2372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87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2.5E-6 -0.23773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898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00017 -0.2377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6" grpId="0" animBg="1"/>
      <p:bldP spid="26" grpId="1" animBg="1"/>
      <p:bldP spid="12" grpId="0" animBg="1"/>
      <p:bldP spid="12" grpId="1" animBg="1"/>
      <p:bldP spid="25" grpId="0" animBg="1"/>
      <p:bldP spid="37" grpId="0" animBg="1"/>
      <p:bldP spid="37" grpId="1" animBg="1"/>
      <p:bldP spid="38" grpId="0" animBg="1"/>
      <p:bldP spid="38" grpId="1" animBg="1"/>
      <p:bldP spid="39" grpId="0" animBg="1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4" idx="4"/>
            <a:endCxn id="6" idx="0"/>
          </p:cNvCxnSpPr>
          <p:nvPr/>
        </p:nvCxnSpPr>
        <p:spPr>
          <a:xfrm>
            <a:off x="4572000" y="3791892"/>
            <a:ext cx="0" cy="10542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5" idx="3"/>
            <a:endCxn id="24" idx="0"/>
          </p:cNvCxnSpPr>
          <p:nvPr/>
        </p:nvCxnSpPr>
        <p:spPr>
          <a:xfrm flipH="1">
            <a:off x="4572000" y="2892389"/>
            <a:ext cx="444402" cy="3234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FF Merge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2. Checkout master: </a:t>
            </a:r>
            <a:r>
              <a:rPr lang="en-US" sz="3000" dirty="0" err="1"/>
              <a:t>git</a:t>
            </a:r>
            <a:r>
              <a:rPr lang="en-US" sz="3000" dirty="0"/>
              <a:t> checkout master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24" name="Oval 23"/>
          <p:cNvSpPr/>
          <p:nvPr/>
        </p:nvSpPr>
        <p:spPr>
          <a:xfrm>
            <a:off x="4283968" y="321582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de-DE" dirty="0"/>
          </a:p>
        </p:txBody>
      </p:sp>
      <p:sp>
        <p:nvSpPr>
          <p:cNvPr id="29" name="Pentagon 28"/>
          <p:cNvSpPr/>
          <p:nvPr/>
        </p:nvSpPr>
        <p:spPr>
          <a:xfrm>
            <a:off x="2771800" y="3321085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25" name="Oval 24"/>
          <p:cNvSpPr/>
          <p:nvPr/>
        </p:nvSpPr>
        <p:spPr>
          <a:xfrm>
            <a:off x="4932039" y="240068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C’</a:t>
            </a:r>
            <a:endParaRPr lang="de-DE" dirty="0"/>
          </a:p>
        </p:txBody>
      </p:sp>
      <p:sp>
        <p:nvSpPr>
          <p:cNvPr id="39" name="Pentagon 38"/>
          <p:cNvSpPr/>
          <p:nvPr/>
        </p:nvSpPr>
        <p:spPr>
          <a:xfrm flipH="1">
            <a:off x="5865307" y="250870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40" name="Pentagon 39"/>
          <p:cNvSpPr/>
          <p:nvPr/>
        </p:nvSpPr>
        <p:spPr>
          <a:xfrm flipH="1">
            <a:off x="7379300" y="2508700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21" name="Pentagon 20"/>
          <p:cNvSpPr/>
          <p:nvPr/>
        </p:nvSpPr>
        <p:spPr>
          <a:xfrm>
            <a:off x="1259632" y="3321085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403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1.85185E-6 L -0.33976 1.85185E-6 C -0.49219 1.85185E-6 -0.67917 0.03264 -0.67917 0.05926 L -0.67917 0.1185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58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stCxn id="6" idx="4"/>
            <a:endCxn id="5" idx="0"/>
          </p:cNvCxnSpPr>
          <p:nvPr/>
        </p:nvCxnSpPr>
        <p:spPr>
          <a:xfrm>
            <a:off x="4572000" y="5422172"/>
            <a:ext cx="0" cy="239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4" idx="4"/>
            <a:endCxn id="6" idx="0"/>
          </p:cNvCxnSpPr>
          <p:nvPr/>
        </p:nvCxnSpPr>
        <p:spPr>
          <a:xfrm>
            <a:off x="4572000" y="3791892"/>
            <a:ext cx="0" cy="10542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5" idx="3"/>
            <a:endCxn id="24" idx="0"/>
          </p:cNvCxnSpPr>
          <p:nvPr/>
        </p:nvCxnSpPr>
        <p:spPr>
          <a:xfrm flipH="1">
            <a:off x="4572000" y="2892389"/>
            <a:ext cx="444402" cy="3234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FF Merge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3. Merge branch into master: </a:t>
            </a:r>
            <a:r>
              <a:rPr lang="en-US" sz="3000" dirty="0" err="1"/>
              <a:t>git</a:t>
            </a:r>
            <a:r>
              <a:rPr lang="en-US" sz="3000" dirty="0"/>
              <a:t> merge feature-x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1EB2-E680-4CE8-B4D8-DF2C4FFCFF01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5" name="Oval 4"/>
          <p:cNvSpPr/>
          <p:nvPr/>
        </p:nvSpPr>
        <p:spPr>
          <a:xfrm>
            <a:off x="4283968" y="566124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de-DE" dirty="0"/>
          </a:p>
        </p:txBody>
      </p:sp>
      <p:sp>
        <p:nvSpPr>
          <p:cNvPr id="6" name="Oval 5"/>
          <p:cNvSpPr/>
          <p:nvPr/>
        </p:nvSpPr>
        <p:spPr>
          <a:xfrm>
            <a:off x="4283968" y="48461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de-DE" dirty="0"/>
          </a:p>
        </p:txBody>
      </p:sp>
      <p:sp>
        <p:nvSpPr>
          <p:cNvPr id="24" name="Oval 23"/>
          <p:cNvSpPr/>
          <p:nvPr/>
        </p:nvSpPr>
        <p:spPr>
          <a:xfrm>
            <a:off x="4283968" y="321582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de-DE" dirty="0"/>
          </a:p>
        </p:txBody>
      </p:sp>
      <p:sp>
        <p:nvSpPr>
          <p:cNvPr id="25" name="Oval 24"/>
          <p:cNvSpPr/>
          <p:nvPr/>
        </p:nvSpPr>
        <p:spPr>
          <a:xfrm>
            <a:off x="4932039" y="240068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C’</a:t>
            </a:r>
            <a:endParaRPr lang="de-DE" dirty="0"/>
          </a:p>
        </p:txBody>
      </p:sp>
      <p:sp>
        <p:nvSpPr>
          <p:cNvPr id="39" name="Pentagon 38"/>
          <p:cNvSpPr/>
          <p:nvPr/>
        </p:nvSpPr>
        <p:spPr>
          <a:xfrm flipH="1">
            <a:off x="5865307" y="2508700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feature-x</a:t>
            </a:r>
            <a:endParaRPr lang="de-DE" dirty="0"/>
          </a:p>
        </p:txBody>
      </p:sp>
      <p:sp>
        <p:nvSpPr>
          <p:cNvPr id="31" name="Pentagon 30"/>
          <p:cNvSpPr/>
          <p:nvPr/>
        </p:nvSpPr>
        <p:spPr>
          <a:xfrm>
            <a:off x="2771800" y="3321085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32" name="Pentagon 31"/>
          <p:cNvSpPr/>
          <p:nvPr/>
        </p:nvSpPr>
        <p:spPr>
          <a:xfrm>
            <a:off x="1259632" y="3321085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  <p:sp>
        <p:nvSpPr>
          <p:cNvPr id="33" name="Pentagon 32"/>
          <p:cNvSpPr/>
          <p:nvPr/>
        </p:nvSpPr>
        <p:spPr>
          <a:xfrm>
            <a:off x="2771798" y="2501926"/>
            <a:ext cx="1152128" cy="360040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de-DE" dirty="0"/>
          </a:p>
        </p:txBody>
      </p:sp>
      <p:sp>
        <p:nvSpPr>
          <p:cNvPr id="34" name="Pentagon 33"/>
          <p:cNvSpPr/>
          <p:nvPr/>
        </p:nvSpPr>
        <p:spPr>
          <a:xfrm>
            <a:off x="1259632" y="2500898"/>
            <a:ext cx="1152128" cy="36004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805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4.16667E-6 -0.119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7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33333E-6 L 0.00018 -0.1199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32" grpId="0" animBg="1"/>
      <p:bldP spid="32" grpId="1" animBg="1"/>
      <p:bldP spid="33" grpId="0" animBg="1"/>
      <p:bldP spid="3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Office PowerPoint</Application>
  <PresentationFormat>On-screen Show (4:3)</PresentationFormat>
  <Paragraphs>144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WSE1 Werkzeuge im Software Engineering</vt:lpstr>
      <vt:lpstr>3-Way Merge</vt:lpstr>
      <vt:lpstr>Create Initial Commit Graph</vt:lpstr>
      <vt:lpstr>Create Initial Commit Graph</vt:lpstr>
      <vt:lpstr>Create Initial Commit Graph</vt:lpstr>
      <vt:lpstr>Create Initial Commit Graph</vt:lpstr>
      <vt:lpstr>Create Initial Commit Graph</vt:lpstr>
      <vt:lpstr>3-Way Merge</vt:lpstr>
      <vt:lpstr>Fast-Forward (FF) Merge</vt:lpstr>
      <vt:lpstr>Create Initial Commit Graph</vt:lpstr>
      <vt:lpstr>Create Initial Commit Graph</vt:lpstr>
      <vt:lpstr>Fast-Forward Merge</vt:lpstr>
      <vt:lpstr>Rebase + FF Merge</vt:lpstr>
      <vt:lpstr>Rebase</vt:lpstr>
      <vt:lpstr>FF Merge</vt:lpstr>
      <vt:lpstr>FF Merge</vt:lpstr>
    </vt:vector>
  </TitlesOfParts>
  <Company>FH OÖ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SPW4 - Git Exercise</dc:title>
  <dc:creator>Johannes.Karder@fh-hagenberg.at</dc:creator>
  <cp:lastModifiedBy>Karder Johannes</cp:lastModifiedBy>
  <cp:revision>493</cp:revision>
  <dcterms:created xsi:type="dcterms:W3CDTF">2008-10-01T17:11:21Z</dcterms:created>
  <dcterms:modified xsi:type="dcterms:W3CDTF">2025-10-27T13:11:03Z</dcterms:modified>
</cp:coreProperties>
</file>